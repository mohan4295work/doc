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9" r:id="rId2"/>
    <p:sldId id="256" r:id="rId3"/>
    <p:sldId id="264" r:id="rId4"/>
    <p:sldId id="260" r:id="rId5"/>
    <p:sldId id="257" r:id="rId6"/>
    <p:sldId id="258" r:id="rId7"/>
    <p:sldId id="266" r:id="rId8"/>
    <p:sldId id="259" r:id="rId9"/>
    <p:sldId id="267" r:id="rId10"/>
    <p:sldId id="268" r:id="rId11"/>
    <p:sldId id="270" r:id="rId12"/>
    <p:sldId id="271" r:id="rId13"/>
    <p:sldId id="262" r:id="rId1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CAC5B4D-D46A-47A1-BA45-86DCA06F1CFF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A95E-4C0E-47C3-99BA-4CA280822285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C28E5-488F-490F-92C5-2205B56F743F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CF267-1B02-4817-9A65-5E382C0CA52E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334F-054E-44BC-9297-4325A99C352D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4679C-8653-4994-9C00-354861EF59DB}" type="datetime1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C4BB-31C2-4257-B5C2-9EABF3317294}" type="datetime1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46222-1245-48E1-AA51-5ABA1BFC0F44}" type="datetime1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C3BA-99EE-4821-8D0A-E1D319BDFECC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C996A-B179-4052-B159-145F03CD1C19}" type="datetime1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4BC1E-7EA4-4308-9013-A358519E8BD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D21A-723A-45B5-A6B6-78A78CE57540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6AE37-3E25-445F-9A60-35C9D0284302}" type="datetime1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app.netlify.com/teams/mohan4295work/project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29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599" y="399245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90599" y="1725254"/>
            <a:ext cx="9943563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b="1" dirty="0"/>
          </a:p>
          <a:p>
            <a:pPr algn="just"/>
            <a:r>
              <a:rPr lang="en-IN" sz="2000" dirty="0"/>
              <a:t>To ensure data privacy and maintain professional boundaries during AI tool experimentation: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Do not use personal or finance-linked email IDs </a:t>
            </a:r>
            <a:r>
              <a:rPr lang="en-IN" sz="2000" dirty="0"/>
              <a:t>when testing or evaluating AI tools.</a:t>
            </a:r>
          </a:p>
          <a:p>
            <a:pPr algn="just"/>
            <a:endParaRPr lang="en-IN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000" b="1" dirty="0"/>
              <a:t>Create a separate, dedicated email account </a:t>
            </a:r>
            <a:r>
              <a:rPr lang="en-IN" sz="2000" dirty="0"/>
              <a:t>specifically for learning, testing, and development purposes.</a:t>
            </a:r>
          </a:p>
          <a:p>
            <a:pPr algn="just"/>
            <a:endParaRPr lang="en-IN" sz="2000" dirty="0"/>
          </a:p>
          <a:p>
            <a:pPr algn="just"/>
            <a:r>
              <a:rPr lang="en-IN" sz="2000" dirty="0">
                <a:latin typeface="Arial Narrow" panose="020B060602020203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399"/>
            <a:ext cx="11444282" cy="1788998"/>
          </a:xfrm>
        </p:spPr>
        <p:txBody>
          <a:bodyPr>
            <a:normAutofit/>
          </a:bodyPr>
          <a:lstStyle/>
          <a:p>
            <a:pPr algn="just"/>
            <a:r>
              <a:rPr lang="en-US" b="1" dirty="0" smtClean="0"/>
              <a:t>1956</a:t>
            </a:r>
            <a:r>
              <a:rPr lang="en-US" dirty="0" smtClean="0"/>
              <a:t> – </a:t>
            </a:r>
            <a:r>
              <a:rPr lang="en-US" b="1" dirty="0" smtClean="0"/>
              <a:t>“Artificial Intelligence”</a:t>
            </a:r>
            <a:r>
              <a:rPr lang="en-US" dirty="0" smtClean="0"/>
              <a:t> was coined at the </a:t>
            </a:r>
            <a:r>
              <a:rPr lang="en-US" b="1" dirty="0" smtClean="0"/>
              <a:t>Dartmouth Conference</a:t>
            </a:r>
            <a:r>
              <a:rPr lang="en-US" dirty="0" smtClean="0"/>
              <a:t> This event is considered the </a:t>
            </a:r>
            <a:r>
              <a:rPr lang="en-US" b="1" dirty="0" smtClean="0"/>
              <a:t>birth of AI</a:t>
            </a:r>
            <a:r>
              <a:rPr lang="en-US" dirty="0" smtClean="0"/>
              <a:t> as a research field.</a:t>
            </a:r>
          </a:p>
          <a:p>
            <a:pPr algn="just"/>
            <a:r>
              <a:rPr lang="en-US" b="1" dirty="0" smtClean="0"/>
              <a:t>Artificial Intelligence (AI)</a:t>
            </a:r>
            <a:r>
              <a:rPr lang="en-US" dirty="0" smtClean="0"/>
              <a:t> - Machines think, learn, and act like humans. It's about creating systems that can perceive, reason, learn, and make decisions.</a:t>
            </a:r>
          </a:p>
          <a:p>
            <a:pPr algn="l"/>
            <a:endParaRPr lang="en-US" dirty="0" smtClean="0"/>
          </a:p>
          <a:p>
            <a:pPr algn="l"/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41668" y="6356350"/>
            <a:ext cx="11861442" cy="365125"/>
          </a:xfrm>
        </p:spPr>
        <p:txBody>
          <a:bodyPr/>
          <a:lstStyle/>
          <a:p>
            <a:pPr algn="l"/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2906110"/>
            <a:ext cx="6096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Machine learning </a:t>
            </a:r>
            <a:r>
              <a:rPr lang="en-US" sz="2000" dirty="0"/>
              <a:t>(ML) 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It focuses on creating methods that help computers learn from data and improve their performance on specific tasks. It is one of the main areas within AI.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733129"/>
            <a:ext cx="6096000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neural networks to learn from large amounts of data and make smart decisions.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FF0000"/>
                </a:solidFill>
              </a:rPr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F0"/>
                </a:solidFill>
              </a:rPr>
              <a:t>AI </a:t>
            </a:r>
            <a:r>
              <a:rPr lang="it-IT" sz="3200" b="1" dirty="0" smtClean="0">
                <a:solidFill>
                  <a:srgbClr val="00B0F0"/>
                </a:solidFill>
              </a:rPr>
              <a:t>Agent</a:t>
            </a:r>
            <a:endParaRPr lang="it-IT" sz="3200" b="1" dirty="0">
              <a:solidFill>
                <a:srgbClr val="00B0F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>
                <a:solidFill>
                  <a:srgbClr val="00B050"/>
                </a:solidFill>
              </a:rPr>
              <a:t>Agentic AI</a:t>
            </a:r>
            <a:endParaRPr lang="en-US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</a:t>
            </a:r>
            <a:r>
              <a:rPr lang="en-IN" b="1" dirty="0" smtClean="0"/>
              <a:t>transformer</a:t>
            </a:r>
            <a:r>
              <a:rPr lang="en-IN" dirty="0" smtClean="0"/>
              <a:t> architectures to learn language patterns and context, enabling them to perform tasks like text generation, translation, summarization, question-answering, and content creation.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9611" y="6259133"/>
            <a:ext cx="1791235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337" y="4638247"/>
            <a:ext cx="3825190" cy="205169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60" y="3580498"/>
            <a:ext cx="4764856" cy="10067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58864" y="6373143"/>
            <a:ext cx="2048091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775139" y="360048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4017054" y="6156993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15455" y="865726"/>
            <a:ext cx="1094596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Powerful Knowledge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input text and get the output improved text output</a:t>
            </a:r>
            <a:r>
              <a:rPr lang="en-US" dirty="0" smtClean="0"/>
              <a:t>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060305" y="6507309"/>
            <a:ext cx="2396544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65113" y="621468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20" y="1624572"/>
            <a:ext cx="11765319" cy="40678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6866" y="699074"/>
            <a:ext cx="28960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800" b="1" dirty="0"/>
              <a:t>RAG </a:t>
            </a:r>
            <a:r>
              <a:rPr lang="en-US" sz="2800" b="1" dirty="0" smtClean="0"/>
              <a:t>Framework:- 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903" y="130885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40534" y="695460"/>
            <a:ext cx="10710931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Open-source framework that allows large language models (LLMs) to securely and standardized interact with external data sources and tools </a:t>
            </a:r>
            <a:r>
              <a:rPr lang="en-US" sz="2000" dirty="0" smtClean="0"/>
              <a:t>API, application,databases..</a:t>
            </a:r>
            <a:r>
              <a:rPr lang="en-US" sz="2000" dirty="0"/>
              <a:t>etc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/>
              <a:t>MCP input text and get the output improved text and action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/>
              <a:t>RAG and MCP combined integration tools more powerful.</a:t>
            </a:r>
            <a:endParaRPr lang="en-IN" sz="2000" dirty="0" smtClean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36" y="2692306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1169479" y="6469637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34" y="3027434"/>
            <a:ext cx="3867150" cy="370994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2666" y="90051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2729397" y="314511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84" y="4135358"/>
            <a:ext cx="8024998" cy="248111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84" y="236857"/>
            <a:ext cx="4086225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565397" y="180304"/>
            <a:ext cx="110899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0000FF"/>
                </a:solidFill>
              </a:rPr>
              <a:t>AI </a:t>
            </a:r>
            <a:r>
              <a:rPr lang="en-IN" sz="2400" b="1" dirty="0" smtClean="0">
                <a:solidFill>
                  <a:srgbClr val="0000FF"/>
                </a:solidFill>
              </a:rPr>
              <a:t>Prompt </a:t>
            </a:r>
            <a:r>
              <a:rPr lang="en-IN" sz="2400" b="1" dirty="0" smtClean="0">
                <a:solidFill>
                  <a:srgbClr val="0000FF"/>
                </a:solidFill>
              </a:rPr>
              <a:t>Engineering:</a:t>
            </a:r>
          </a:p>
          <a:p>
            <a:endParaRPr lang="en-US" dirty="0"/>
          </a:p>
          <a:p>
            <a:r>
              <a:rPr lang="en-US" b="1" dirty="0" smtClean="0">
                <a:solidFill>
                  <a:schemeClr val="accent2"/>
                </a:solidFill>
              </a:rPr>
              <a:t>Example</a:t>
            </a:r>
            <a:r>
              <a:rPr lang="en-US" dirty="0" smtClean="0"/>
              <a:t>: Create </a:t>
            </a:r>
            <a:r>
              <a:rPr lang="en-US" dirty="0"/>
              <a:t>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08" y="1378306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649" y="3797656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510566" y="181569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510566" y="313403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296955" y="405650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987062" y="5634286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app.netlify.com/teams/mohan4295work/projects</a:t>
            </a:r>
            <a:endParaRPr lang="en-IN" dirty="0" smtClean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124" y="4995658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296955" y="541565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911" y="1472966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87062" y="5290753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7" y="237014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02" y="3022586"/>
            <a:ext cx="6754755" cy="38181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88933" y="2599590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/>
              <a:t>https://friends-snake-pwa-chatgpt.netlify.app/</a:t>
            </a:r>
          </a:p>
        </p:txBody>
      </p:sp>
      <p:sp>
        <p:nvSpPr>
          <p:cNvPr id="9" name="Oval 8"/>
          <p:cNvSpPr/>
          <p:nvPr/>
        </p:nvSpPr>
        <p:spPr>
          <a:xfrm>
            <a:off x="1285903" y="188436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90" y="0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086309" y="205706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sp>
        <p:nvSpPr>
          <p:cNvPr id="10" name="Oval 9"/>
          <p:cNvSpPr/>
          <p:nvPr/>
        </p:nvSpPr>
        <p:spPr>
          <a:xfrm>
            <a:off x="8881114" y="31644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1738" y="2296328"/>
            <a:ext cx="4347192" cy="436235"/>
          </a:xfrm>
        </p:spPr>
        <p:txBody>
          <a:bodyPr>
            <a:normAutofit/>
          </a:bodyPr>
          <a:lstStyle/>
          <a:p>
            <a:r>
              <a:rPr lang="en-US" sz="2000" b="1" dirty="0" smtClean="0">
                <a:latin typeface="Bahnschrift" panose="020B0502040204020203" pitchFamily="34" charset="0"/>
              </a:rPr>
              <a:t>Mohan Sundaram Blogger &amp; Links</a:t>
            </a:r>
            <a:endParaRPr lang="en-IN" sz="2000" b="1" dirty="0"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77237" y="6034378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952" y="5083297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52502" y="5171558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357608" y="4110117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397684" y="3099889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4119" y="2909889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013" y="3903907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1835" y="2142699"/>
            <a:ext cx="4581723" cy="3398191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451834" y="1434325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9905" y="549443"/>
            <a:ext cx="10545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Documents Download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  <a:r>
              <a:rPr lang="en-IN" dirty="0" smtClean="0"/>
              <a:t> </a:t>
            </a:r>
            <a:r>
              <a:rPr lang="en-IN" b="1" dirty="0" smtClean="0">
                <a:solidFill>
                  <a:srgbClr val="0000FF"/>
                </a:solidFill>
              </a:rPr>
              <a:t>https</a:t>
            </a:r>
            <a:r>
              <a:rPr lang="en-IN" b="1" dirty="0">
                <a:solidFill>
                  <a:srgbClr val="0000FF"/>
                </a:solidFill>
              </a:rPr>
              <a:t>://github.com/mohan4295work/Doc/blob/main/Artificial%20Intelligence.pdf</a:t>
            </a: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605</Words>
  <Application>Microsoft Office PowerPoint</Application>
  <PresentationFormat>Widescreen</PresentationFormat>
  <Paragraphs>111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Arial Narrow</vt:lpstr>
      <vt:lpstr>Bahnschrift</vt:lpstr>
      <vt:lpstr>Calibri</vt:lpstr>
      <vt:lpstr>Calibri Light</vt:lpstr>
      <vt:lpstr>Wingdings</vt:lpstr>
      <vt:lpstr>Office Theme</vt:lpstr>
      <vt:lpstr>PowerPoint Presentation</vt:lpstr>
      <vt:lpstr>AI (Artificial Intelligence) </vt:lpstr>
      <vt:lpstr>PowerPoint Presentation</vt:lpstr>
      <vt:lpstr>LLM = Large Language Model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PowerPoint Presentation</vt:lpstr>
      <vt:lpstr>PowerPoint Presentation</vt:lpstr>
      <vt:lpstr>Mohan Sundaram Blogger &amp;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79</cp:revision>
  <dcterms:created xsi:type="dcterms:W3CDTF">2025-10-04T03:05:42Z</dcterms:created>
  <dcterms:modified xsi:type="dcterms:W3CDTF">2025-11-08T12:48:48Z</dcterms:modified>
</cp:coreProperties>
</file>